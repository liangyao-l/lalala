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766560" cy="37490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PGC induction: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2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2d FA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182880"/>
            <a:ext cx="0" cy="178765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0800000">
            <a:off x="1244955" y="320040"/>
            <a:ext cx="70408" cy="64008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40080" y="1234440"/>
            <a:ext cx="5623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1161288"/>
            <a:ext cx="0" cy="14630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1161288"/>
            <a:ext cx="0" cy="146304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" y="1362456"/>
            <a:ext cx="0" cy="9144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" y="1453896"/>
            <a:ext cx="777240" cy="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17320" y="1362456"/>
            <a:ext cx="0" cy="91440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59" y="1472184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(CA)</a:t>
            </a:r>
          </a:p>
        </p:txBody>
      </p:sp>
      <p:sp>
        <p:nvSpPr>
          <p:cNvPr id="14" name="Oval 13"/>
          <p:cNvSpPr/>
          <p:nvPr/>
        </p:nvSpPr>
        <p:spPr>
          <a:xfrm>
            <a:off x="2009851" y="118689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9235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BMP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1133856"/>
            <a:ext cx="0" cy="201168"/>
          </a:xfrm>
          <a:prstGeom prst="line">
            <a:avLst/>
          </a:prstGeom>
          <a:ln w="1460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68880" y="13441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868680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BMP + SCF + EGF</a:t>
            </a:r>
          </a:p>
        </p:txBody>
      </p:sp>
      <p:sp>
        <p:nvSpPr>
          <p:cNvPr id="19" name="Oval 18"/>
          <p:cNvSpPr/>
          <p:nvPr/>
        </p:nvSpPr>
        <p:spPr>
          <a:xfrm>
            <a:off x="3198571" y="118689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21531" y="118689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4491" y="118689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7451" y="118689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6120" y="1300276"/>
            <a:ext cx="0" cy="711404"/>
          </a:xfrm>
          <a:prstGeom prst="line">
            <a:avLst/>
          </a:prstGeom>
          <a:ln w="14604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46120" y="201168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7258" y="1972818"/>
            <a:ext cx="77724" cy="777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07258" y="1972818"/>
            <a:ext cx="77724" cy="777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838651" y="196413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069080" y="1300276"/>
            <a:ext cx="0" cy="1305764"/>
          </a:xfrm>
          <a:prstGeom prst="line">
            <a:avLst/>
          </a:prstGeom>
          <a:ln w="14604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69080" y="260604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030218" y="2567178"/>
            <a:ext cx="77724" cy="777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030218" y="2567178"/>
            <a:ext cx="77724" cy="777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661611" y="255849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892040" y="1300276"/>
            <a:ext cx="0" cy="1854404"/>
          </a:xfrm>
          <a:prstGeom prst="line">
            <a:avLst/>
          </a:prstGeom>
          <a:ln w="14604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92040" y="315468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53177" y="3115818"/>
            <a:ext cx="77725" cy="777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53177" y="3115818"/>
            <a:ext cx="77725" cy="777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484571" y="3107131"/>
            <a:ext cx="95097" cy="9509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68630" y="3303270"/>
            <a:ext cx="68580" cy="685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68630" y="3303270"/>
            <a:ext cx="68580" cy="685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9224" y="32461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Arial"/>
              </a:rPr>
              <a:t>Ecto (SB + LDN)  ·  Meso  ·  Endo</a:t>
            </a:r>
          </a:p>
        </p:txBody>
      </p:sp>
      <p:sp>
        <p:nvSpPr>
          <p:cNvPr id="41" name="Oval 40"/>
          <p:cNvSpPr/>
          <p:nvPr/>
        </p:nvSpPr>
        <p:spPr>
          <a:xfrm>
            <a:off x="464515" y="3555187"/>
            <a:ext cx="76809" cy="7680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5021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Arial"/>
              </a:rPr>
              <a:t>fix &amp; stain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